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8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 · TFG DAM 2025/26 · Adrián Bravo · Miguel Á. Florido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{slide_num}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inventario y reservas para almacén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520440"/>
            <a:ext cx="1097280" cy="36576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703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Ciclo · Desarrollo de Aplicaciones Multiplataforma (DAM)
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Formación Alcorcón · Curso 2025 /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5120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Bravo Santos</a:t>
            </a:r>
            <a:pPr indent="0" marL="0">
              <a:buNone/>
            </a:pPr>
            <a:r>
              <a:rPr lang="en-US" sz="180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Florido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Damián Sualdea Soy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en las pymes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228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228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660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duplicadas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660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personas venden la misma unidad a la vez.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276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276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8708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perdidas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8708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Anotaciones en papel u hojas sin control central.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324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324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756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2756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sabe quién movió qué stock, ni cuándo.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 resuelve los tres con un sistema ligero pero serio: control de concurrencia real, auth por roles y auditoría.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piezas, una sola API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920240" y="16276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10312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escritorio y móvil. JavaScript vanilla + Service Worker. Modo claro / oscuro.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6324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920240" y="304495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20240" y="352044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Jetpack Compose. Diseñada para el flujo del operario de almacén.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29768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8056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920240" y="44622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MySQL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920240" y="493776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Express, JWT, MySQL 8. Stateless. Desplegado en Railway con HTTPS.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nos propusimos?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</a:rPr>
              <a:t>GENERAL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107286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con extensión móvil para gestionar inventario y reservas, con auth por roles, control de concurrencia y trazabilidad, desplegada en cloud y accesible públicamente.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</a:rPr>
              <a:t>ESPECÍFICOS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3756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Esquema relacional normalizado.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20040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33756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API REST con JWT y control de acceso por rol.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3484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43484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5720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Reservas concurrentes consistentes: dos paralelas nunca superan el stock.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443484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443484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45720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Frontend SPA instalable como PWA, con modo oscuro.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66928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566928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80644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App Android nativa en Kotlin para el operario.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566928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566928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580644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Despliegue cloud con HTTPS y dominio público.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del proyecto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798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086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8658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24 · Express 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· mysql2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· bcrypt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· cors · rate-limit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Supertest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8406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06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694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1266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ES2020 vanilla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con design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Manifest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/ oscuro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014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02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874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· Jetpack Compose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Compose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SharedPrefs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Keystore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3622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622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1910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DevOps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36482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PaaS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Nixpacks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gestionado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automático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continuo (push → deploy)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API, dos clientes, un origen de verdad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94560" y="1554480"/>
            <a:ext cx="2377440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(PWA)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JS vanilla · Service Worker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9695" y="1554480"/>
            <a:ext cx="2377440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9695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nativo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19695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Kotlin · Jetpack Compose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880360"/>
            <a:ext cx="8534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  ·  Authorization: Bearer &lt;JWT&gt;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94560" y="3383280"/>
            <a:ext cx="7802575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3383280"/>
            <a:ext cx="7802575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566160"/>
            <a:ext cx="7802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Node.js + Express (stateless)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377440" y="4069080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· cors · rate-limit · JWT · requireRole   |   /api/auth · /api/productos · /api/categorias · /api/reservas · /api/admin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67048" y="4937760"/>
            <a:ext cx="36576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67048" y="5074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267048" y="5440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5 tablas · FK con ON DELETE · índices · ENUM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265176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08415" y="265176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4572000"/>
            <a:ext cx="0" cy="3657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relacional · 5 tablas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368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368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368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656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UNIQUE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password_hash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 ENUM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2112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2112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2112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0400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9856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856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9856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8144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UNIQUE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 · precio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· stock_min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categoria_id FK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7600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7600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600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5888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cantidad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 ENUM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5344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5344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5344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3632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 (entrada/salida)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cantidad · ts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usuario_id FK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en el motor: ENUM para estados · FK con ON DELETE explícito · índices secundarios sobre SKU, email y estado.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CLAVE · 1 /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por roles en dos capas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roles: cliente · operario · admin.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oculta acciones por rol (UX).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aplica la barrera real con requireRole().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 viaja firmado en el JWT: el cliente no puede modificarlo.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una ruta protegida es UNA línea.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1463040"/>
            <a:ext cx="5699455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0" y="1600200"/>
            <a:ext cx="53336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backend/src/middleware/auth.js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requireRole(...roles)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(req, res, next)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(!req.user)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res.status(401).json({ error: 'No autenticado'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(!roles.includes(req.user.rol))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res.status(403).json({ error: 'Permisos insuficientes'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next();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uso en una ruta: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router.delete('/:id',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authRequired,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requireRole('admin'),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handler);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CLAVE · 2 /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Concurrencia: dos reservas, una unidad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dos clientes piden la última unidad a la vez.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BLOQUEO PESIMISTA a nivel de fila en BD.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Transacción → SELECT … FOR UPDATE sobre el producto.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segundo cliente espera; si el stock cae a 0, recibe HTTP 409.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 por test automatizado de concurrencia simulada.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1463040"/>
            <a:ext cx="5699455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0" y="1600200"/>
            <a:ext cx="53336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pseudo-flujo en POST /api/reservas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conn.beginTransaction();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[[p]] = await conn.execute(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'SELECT stock FROM productos WHERE id = ? FOR UPDATE',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[productoId]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(p.stock &lt; cantidad)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conn.rollback();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res.status(409).json({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error: 'Stock insuficiente'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'INSERT INTO reservas (...) VALUES (...)',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[...]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conn.commit();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 · instalable como PWA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index.html, vistas que se intercambian con CSS.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ES2020 vanilla, sin framework. Bundle bajo control.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→ arranque &lt; 1 s en segundo acceso.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Manifest → instalable en escritorio y móvil.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/ oscuro con design tokens en CSS.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api() centraliza JWT, errores y logout en 401.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766560" y="1417320"/>
            <a:ext cx="4846320" cy="4389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1417320"/>
            <a:ext cx="4846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4630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Pantallas principales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95160" y="1965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95160" y="256946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· filtros + búsqueda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95160" y="284378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/ Operario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17296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producto + modal reserva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95160" y="34472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95160" y="3776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reservas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95160" y="43799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reservas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46542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4983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KPIs · inventario · usuarios · CSV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95160" y="5257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· APLICACIÓN WEB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en uso · cliente, operario y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102" y="128016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6" name="Image 0" descr="C:\Users\adria\OneDrive\Escritorio\stuff\tfg\TFGDAM\docs\screenshots\app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822" y="1325880"/>
            <a:ext cx="3306470" cy="20665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1822" y="342900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JWT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96892" y="128016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9" name="Image 1" descr="C:\Users\adria\OneDrive\Escritorio\stuff\tfg\TFGDAM\docs\screenshots\app\02-cata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612" y="1325880"/>
            <a:ext cx="3306470" cy="20665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42612" y="342900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· búsqueda y filtros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77683" y="128016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2" descr="C:\Users\adria\OneDrive\Escritorio\stuff\tfg\TFGDAM\docs\screenshots\app\03-detalle-produc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403" y="1325880"/>
            <a:ext cx="3306470" cy="20665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23403" y="342900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+ reserva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16102" y="393192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3" descr="C:\Users\adria\OneDrive\Escritorio\stuff\tfg\TFGDAM\docs\screenshots\app\04-mis-reserv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22" y="3977640"/>
            <a:ext cx="3306470" cy="20665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1822" y="608076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reservas (cliente)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396892" y="393192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4" descr="C:\Users\adria\OneDrive\Escritorio\stuff\tfg\TFGDAM\docs\screenshots\app\05-cola-reserv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2612" y="3977640"/>
            <a:ext cx="3306470" cy="206654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4442612" y="608076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reservas (operario)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7977683" y="393192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5" descr="C:\Users\adria\OneDrive\Escritorio\stuff\tfg\TFGDAM\docs\screenshots\app\06-dashbo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3403" y="3977640"/>
            <a:ext cx="3306470" cy="206654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023403" y="608076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KPIs (admin)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· APLICACIÓN WEB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Administración, modo oscuro e instalación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06497" y="128016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6" name="Image 0" descr="C:\Users\adria\OneDrive\Escritorio\stuff\tfg\TFGDAM\docs\screenshots\app\07-invent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2217" y="1325880"/>
            <a:ext cx="3306470" cy="20665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2217" y="342900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· alerta de stock bajo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87288" y="128016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9" name="Image 1" descr="C:\Users\adria\OneDrive\Escritorio\stuff\tfg\TFGDAM\docs\screenshots\app\08-usuari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325880"/>
            <a:ext cx="3306470" cy="20665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33008" y="342900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usuarios (admin)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606497" y="393192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2" descr="C:\Users\adria\OneDrive\Escritorio\stuff\tfg\TFGDAM\docs\screenshots\app\09-modo-oscu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217" y="3977640"/>
            <a:ext cx="3306470" cy="20665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52217" y="608076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187288" y="3931920"/>
            <a:ext cx="3397910" cy="21579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3" descr="C:\Users\adria\OneDrive\Escritorio\stuff\tfg\TFGDAM\docs\screenshots\app\10-boton-ap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3977640"/>
            <a:ext cx="3306470" cy="20665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233008" y="6080760"/>
            <a:ext cx="33064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del APK Android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para el operario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86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086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086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contraseña → JWT. Sesión persistente.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8406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694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6694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reservas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6694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Activas por defecto. Cliente, producto, fecha, estado.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014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302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9302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9302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· botones Confirmar / Entregar contextuales.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3622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1910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1910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1910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(rotura / faltante / mal estado / otro) + texto.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840480"/>
            <a:ext cx="1109441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886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Detalles técnicos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389120"/>
            <a:ext cx="1072865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+ Jetpack Compose · Navigation Compose · single-activity.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Retrofit + OkHttp + AuthInterceptor (inyecta JWT en cada petición).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JWT cifrado con EncryptedSharedPreferences + Android Keystore.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BASE_URL por build variant: 10.0.2.2 (debug) / Railway (release).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Railway · deploy continuo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44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44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44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2112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4972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4972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4972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→ Railway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6140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9000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000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Nixpacks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9000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 --omit=dev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0168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3028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3028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3028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server.js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4196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7056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056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7056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subdominio público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08960"/>
            <a:ext cx="548640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108960"/>
            <a:ext cx="54864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Variables de entorno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MYSQL_URL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3657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MySQL de Railway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JWT_SECRET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34640" y="4114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256 bits (crypto.randomBytes)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JWT_EXPIRES_IN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834640" y="4572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CORS_ORIGIN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34640" y="5029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origen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486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NODE_ENV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34640" y="5486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9360" y="3108960"/>
            <a:ext cx="5333695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09360" y="3108960"/>
            <a:ext cx="533369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Acceso público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92240" y="3657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Web (PWA)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92240" y="395020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92240" y="4434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API REST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92240" y="472744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tfgdam-production.up.railway.app/api/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92240" y="52120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Health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92240" y="550468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tfgdam-production.up.railway.app/api/health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&amp; RESULTADOS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Pruebas, métricas y entregables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798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98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9514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· catálogo seed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8406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06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406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 ms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42122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catálogo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014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014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4730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auth por capas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3622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622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622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27338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Vitest sobre flujos críticos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91840"/>
            <a:ext cx="5577840" cy="2834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291840"/>
            <a:ext cx="5577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Tests automatizados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79476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auth.test.js — registro, login, JWT, rate limit.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productos.test.js — CRUD, filtros, paginación, roles.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reservas.test.js — stock + CONCURRENCIA SIMULADA.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Stack: Vitest + Supertest contra BD real.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291840"/>
            <a:ext cx="5379415" cy="2834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291840"/>
            <a:ext cx="537941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Funcionalidades entregadas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46520" y="3794760"/>
            <a:ext cx="50136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Dashboard de KPIs agregados.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Importación y exportación CSV.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Albarán A4 imprimible al entregar.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Modo oscuro · instalador Windows · APK Android.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3 minutos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097280" y="3931920"/>
            <a:ext cx="99971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login, catálogo, reservar.              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cola, confirmar, entregar.
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dashboard KPIs.              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lista, detalle, incidencia.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85216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capturas en las slides anteriores.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mejoras futuras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5577840" cy="4709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17320"/>
            <a:ext cx="5577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Objetivos cumplidos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API REST con JWT y control por roles.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Reservas concurrentes consistentes (FOR UPDATE).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Frontend SPA instalable como PWA, modo oscuro.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App Android nativa funcional para el operario.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Despliegue cloud público con HTTPS.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Tests automatizados sobre flujos críticos.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79415" cy="4709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17320"/>
            <a:ext cx="5379415" cy="41148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Mejoras futuras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5150815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Documentación OpenAPI / Swagger.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Validación centralizada con Zod.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Workflow formal en GitHub Actions.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Escáner de código de barras (CameraX + ML Kit).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Cola offline con Room en la app Android.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BiometricPrompt antes de exponer la sesión.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Accesibilidad WCAG AA completa.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9456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1097280" cy="36576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https://tfgdam-production.up.railway.app/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Bravo Santos  ·  Miguel Ángel Florido  ·  Tutor: Damián Sualdea Soy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CDM Formación Alcorcón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Stockly — Defensa TFG DAM</dc:title>
  <dc:subject>Stockly: sistema de gestión de inventario y reservas</dc:subject>
  <dc:creator>Adrián Bravo Santos · Miguel Ángel Florido</dc:creator>
  <cp:lastModifiedBy>Adrián Bravo Santos · Miguel Ángel Florido</cp:lastModifiedBy>
  <cp:revision>1</cp:revision>
  <dcterms:created xsi:type="dcterms:W3CDTF">2026-06-01T20:33:49Z</dcterms:created>
  <dcterms:modified xsi:type="dcterms:W3CDTF">2026-06-01T20:33:49Z</dcterms:modified>
</cp:coreProperties>
</file>