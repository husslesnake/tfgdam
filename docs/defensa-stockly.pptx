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Stockly · TFG DAM 2025/26 · Adrián Bravo · Miguel Á. Florido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{slide_num}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47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22960" y="146304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STOCKLY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de gestión de inventario y reservas para almacén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68680" y="3520440"/>
            <a:ext cx="1097280" cy="36576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68680" y="370332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Trabajo Fin de Ciclo · Desarrollo de Aplicaciones Multiplataforma (DAM)</a:t>
            </a:r>
            <a:b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CDM Formación Alcorcón · Curso 2025 /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68680" y="5120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Adrián Bravo Santos</a:t>
            </a:r>
            <a:r>
              <a:rPr b="0" i="0" lang="en-US" sz="18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Miguel Ángel Florido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68680" y="5577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Tutor: Damián Sualdea Soy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 problema en las pymes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72288" y="1554480"/>
            <a:ext cx="3566160" cy="2377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72288" y="1554480"/>
            <a:ext cx="3566160" cy="10972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46608" y="18745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Ventas duplicadas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46608" y="25146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Dos personas venden la misma unidad a la vez.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312768" y="1554480"/>
            <a:ext cx="3566160" cy="2377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312768" y="1554480"/>
            <a:ext cx="3566160" cy="10972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587088" y="18745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Reservas perdidas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587088" y="25146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Anotaciones en papel u hojas sin control central.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153248" y="1554480"/>
            <a:ext cx="3566160" cy="2377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153248" y="1554480"/>
            <a:ext cx="3566160" cy="10972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427568" y="18745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trazabilidad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427568" y="251460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Nadie sabe quién movió qué stock, ni cuándo.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Stockly resuelve los tres con un sistema ligero pero serio: control de concurrencia real, auth por roles y auditoría.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Tres piezas, una sola 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548640" y="1463040"/>
            <a:ext cx="11094415" cy="1234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548640" y="1463040"/>
            <a:ext cx="109728" cy="123444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822960" y="16459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920240" y="162763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Web PWA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920240" y="2103120"/>
            <a:ext cx="97228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Instalable en escritorio y móvil. JavaScript vanilla + Service Worker. Modo claro / oscuro.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48640" y="2880360"/>
            <a:ext cx="11094415" cy="1234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548640" y="2880360"/>
            <a:ext cx="109728" cy="123444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822960" y="30632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920240" y="304495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 Android nativa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920240" y="3520440"/>
            <a:ext cx="97228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Kotlin + Jetpack Compose. Diseñada para el flujo del operario de almacén.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8640" y="4297680"/>
            <a:ext cx="11094415" cy="1234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48640" y="4297680"/>
            <a:ext cx="109728" cy="123444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22960" y="44805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920240" y="446227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Backend + MySQL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920240" y="4937760"/>
            <a:ext cx="97228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Node.js / Express, JWT, MySQL 8. Stateless. Desplegado en Railway con HTTPS.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nos propusimos?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731520" y="1554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731520" y="182880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Aplicación web con extensión móvil para gestionar inventario y reservas, con auth por roles, control de concurrencia y trazabilidad, desplegada en cloud y accesible públicamente.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ESPECÍFICOS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48640" y="320040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48640" y="320040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77240" y="333756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 Esquema relacional normalizado.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309360" y="320040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6309360" y="320040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537960" y="333756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 API REST con JWT y control de acceso por rol.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48640" y="443484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48640" y="443484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77240" y="457200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(c) Reservas concurrentes consistentes: dos paralelas nunca superan el stock.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309360" y="443484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309360" y="443484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537960" y="457200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(d) Frontend SPA instalable como PWA, con modo oscuro.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566928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48640" y="566928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77240" y="580644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(e) App Android nativa en Kotlin para el operario.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309360" y="5669280"/>
            <a:ext cx="5577840" cy="1051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6309360" y="5669280"/>
            <a:ext cx="73152" cy="10515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537960" y="580644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(f) Despliegue cloud con HTTPS y dominio público.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Stack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357988" y="1554480"/>
            <a:ext cx="2697480" cy="4572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357988" y="1554480"/>
            <a:ext cx="269748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540868" y="1600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86588" y="2194560"/>
            <a:ext cx="22402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Node.js 24 · Express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MySQL 8 · mysql2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JWT HS256 · bcrypt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helmet · cors · rate-limit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Vitest + Supertest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284068" y="1554480"/>
            <a:ext cx="2697480" cy="4572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284068" y="1554480"/>
            <a:ext cx="269748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3466948" y="1600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512668" y="2194560"/>
            <a:ext cx="22402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JavaScript ES2020 vanilla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CSS3 con design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 Worker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Web App Manifest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Modo claro / oscuro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210148" y="1554480"/>
            <a:ext cx="2697480" cy="4572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6210148" y="1554480"/>
            <a:ext cx="269748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393028" y="1600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38748" y="2194560"/>
            <a:ext cx="22402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Kotlin · Jetpack Compose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Retrofit + OkHttp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Navigation Compose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Encrypted SharedPrefs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Android Keystore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136228" y="1554480"/>
            <a:ext cx="2697480" cy="4572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9136228" y="1554480"/>
            <a:ext cx="269748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9319108" y="1600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/ DevOps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9364828" y="2194560"/>
            <a:ext cx="22402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Railway PaaS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Nixpacks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MySQL gestionado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HTTPS automático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Deploy continuo (push → deploy)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Una API, dos clientes, un origen de verdad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2194560" y="1554480"/>
            <a:ext cx="2377440" cy="10972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2194560" y="1691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Navegador (PWA)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9456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JS vanilla · Service Worker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7619695" y="1554480"/>
            <a:ext cx="2377440" cy="10972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7619695" y="1691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Android nativo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619695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Kotlin · Jetpack Compose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828800" y="2880360"/>
            <a:ext cx="8534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HTTPS  ·  Authorization: Bearer &lt;JWT&gt;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194560" y="3383280"/>
            <a:ext cx="7802575" cy="11887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2194560" y="3383280"/>
            <a:ext cx="7802575" cy="10972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2194560" y="3566160"/>
            <a:ext cx="780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Backend Node.js + Express (stateless)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2377440" y="4069080"/>
            <a:ext cx="74368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helmet · cors · rate-limit · JWT · requireRole   |   /api/auth · /api/productos · /api/categorias · /api/reservas · /api/admin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267048" y="4937760"/>
            <a:ext cx="3657600" cy="9144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267048" y="5074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MySQL 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267048" y="5440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tablas · FK con ON DELETE · índices · ENUM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9"/>
          <p:cNvCxnSpPr/>
          <p:nvPr/>
        </p:nvCxnSpPr>
        <p:spPr>
          <a:xfrm>
            <a:off x="3383280" y="265176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9"/>
          <p:cNvCxnSpPr/>
          <p:nvPr/>
        </p:nvCxnSpPr>
        <p:spPr>
          <a:xfrm>
            <a:off x="8808415" y="265176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9"/>
          <p:cNvCxnSpPr/>
          <p:nvPr/>
        </p:nvCxnSpPr>
        <p:spPr>
          <a:xfrm>
            <a:off x="6095848" y="4572000"/>
            <a:ext cx="0" cy="365760"/>
          </a:xfrm>
          <a:prstGeom prst="straightConnector1">
            <a:avLst/>
          </a:prstGeom>
          <a:noFill/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relacional · 5 tablas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243688" y="1554480"/>
            <a:ext cx="2194560" cy="2743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243688" y="1554480"/>
            <a:ext cx="219456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243688" y="1600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26568" y="2103120"/>
            <a:ext cx="182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 PKemail UNIQUEpassword_hashrol ENUMcreated_at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2621128" y="1554480"/>
            <a:ext cx="2194560" cy="2743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2621128" y="1554480"/>
            <a:ext cx="219456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2621128" y="1600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categorias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804008" y="2103120"/>
            <a:ext cx="182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 PKnombreslug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998568" y="1554480"/>
            <a:ext cx="2194560" cy="2743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4998568" y="1554480"/>
            <a:ext cx="219456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998568" y="1600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productos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181448" y="2103120"/>
            <a:ext cx="182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 PKsku UNIQUEnombre · preciostock · stock_mincategoria_id FK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7376008" y="1554480"/>
            <a:ext cx="2194560" cy="2743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7376008" y="1554480"/>
            <a:ext cx="219456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7376008" y="1600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reservas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558888" y="2103120"/>
            <a:ext cx="182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 PKusuario_id FKproducto_id FKcantidadestado ENUM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9753448" y="1554480"/>
            <a:ext cx="2194560" cy="2743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9753448" y="1554480"/>
            <a:ext cx="219456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9753448" y="1600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movimientos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9936328" y="2103120"/>
            <a:ext cx="182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 PKproducto_id FKtipo (entrada/salida)cantidad · tsusuario_id FK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Integridad en el motor: ENUM para estados · FK con ON DELETE explícito · índices secundarios sobre SKU, email y estado.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DECISIÓN CLAVE · 1 /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Autorización por roles en dos capas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Tres roles: cliente · operario · admin.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Frontend oculta acciones por rol (UX).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Backend aplica la barrera real con requireRole().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 rol viaja firmado en el JWT: el cliente no puede modificarlo.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Añadir una ruta protegida es UNA línea.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943600" y="1463040"/>
            <a:ext cx="5699455" cy="47548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126480" y="1600200"/>
            <a:ext cx="5333695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backend/src/middleware/auth.js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function requireRole(...roles)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(req, res, next) =&gt;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if (!req.user)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return res.status(401).json({ error: 'No autenticado' });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if (!roles.includes(req.user.rol))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return res.status(403).json({ error: 'Permisos insuficientes' });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next();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uso en una ruta: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router.delete('/:id',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authRequired,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requireRole('admin'),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handler);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DECISIÓN CLAVE · 2 /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Concurrencia: dos reservas, una unidad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Escenario: dos clientes piden la última unidad a la vez.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Solución: BLOQUEO PESIMISTA a nivel de fila en BD.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Transacción → SELECT … FOR UPDATE sobre el producto.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 segundo cliente espera; si el stock cae a 0, recibe HTTP 409.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Cubierto por test automatizado de concurrencia simulada.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943600" y="1463040"/>
            <a:ext cx="5699455" cy="47548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6126480" y="1600200"/>
            <a:ext cx="5333695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pseudo-flujo en POST /api/reservas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await conn.beginTransaction();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const [[p]] = await conn.execute(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'SELECT stock FROM productos WHERE id = ? FOR UPDATE',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[productoId]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if (p.stock &lt; cantidad)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await conn.rollback();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res.status(409).json({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error: 'Stock insuficiente'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await conn.execute(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'INSERT INTO reservas (...) VALUES (...)',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[...]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await conn.commit();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APLICACIÓN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Frontend SPA · instalable como PWA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548640" y="141732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 solo index.html, vistas que se intercambian con CSS.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JavaScript ES2020 vanilla, sin framework. Bundle bajo control.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 Worker → arranque &lt; 1 s en segundo acceso.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Web App Manifest → instalable en escritorio y móvil.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Modo claro / oscuro con design tokens en CSS.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■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Wrapper api() centraliza JWT, errores y logout en 401.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766560" y="1417320"/>
            <a:ext cx="4846320" cy="43891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6766560" y="1417320"/>
            <a:ext cx="48463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6949440" y="14630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Pantallas principales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995160" y="19659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995160" y="2240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995160" y="256946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Catálogo · filtros + búsqueda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995160" y="28437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Cliente / Operario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995160" y="317296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Detalle producto + modal reserva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6995160" y="34472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995160" y="377647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 reservas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6995160" y="40507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995160" y="437997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Cola de reservas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995160" y="4654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Operario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995160" y="4983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Dashboard KPIs · inventario · usuarios · 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995160" y="5257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CAPTURAS · APLICACIÓN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web en uso · cliente, operario y dashboard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816102" y="128016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adria\OneDrive\Escritorio\stuff\tfg\TFGDAM\docs\screenshots\app\01-login.png"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41" y="132588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/>
          <p:nvPr/>
        </p:nvSpPr>
        <p:spPr>
          <a:xfrm>
            <a:off x="861822" y="342900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Login con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396892" y="128016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14" title="Catálogo-filtros.png"/>
          <p:cNvPicPr preferRelativeResize="0"/>
          <p:nvPr/>
        </p:nvPicPr>
        <p:blipFill rotWithShape="1">
          <a:blip r:embed="rId4">
            <a:alphaModFix/>
          </a:blip>
          <a:srcRect b="0" l="10077" r="10077" t="0"/>
          <a:stretch/>
        </p:blipFill>
        <p:spPr>
          <a:xfrm>
            <a:off x="4442612" y="1325880"/>
            <a:ext cx="3306470" cy="206654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/>
          <p:nvPr/>
        </p:nvSpPr>
        <p:spPr>
          <a:xfrm>
            <a:off x="4442612" y="342900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Catálogo · búsqueda y filtros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7977683" y="128016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14" title="detalle-reserva1.png"/>
          <p:cNvPicPr preferRelativeResize="0"/>
          <p:nvPr/>
        </p:nvPicPr>
        <p:blipFill rotWithShape="1">
          <a:blip r:embed="rId5">
            <a:alphaModFix/>
          </a:blip>
          <a:srcRect b="12947" l="0" r="0" t="12940"/>
          <a:stretch/>
        </p:blipFill>
        <p:spPr>
          <a:xfrm>
            <a:off x="8023403" y="132588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/>
          <p:nvPr/>
        </p:nvSpPr>
        <p:spPr>
          <a:xfrm>
            <a:off x="8023403" y="342900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Detalle + reserva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816102" y="393192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14" title="reservas-cliente.png"/>
          <p:cNvPicPr preferRelativeResize="0"/>
          <p:nvPr/>
        </p:nvPicPr>
        <p:blipFill rotWithShape="1">
          <a:blip r:embed="rId6">
            <a:alphaModFix/>
          </a:blip>
          <a:srcRect b="0" l="5877" r="5877" t="0"/>
          <a:stretch/>
        </p:blipFill>
        <p:spPr>
          <a:xfrm>
            <a:off x="861822" y="3977640"/>
            <a:ext cx="3306472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861822" y="608076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Mis reservas (cliente)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396892" y="393192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14" title="operario-reserva.png"/>
          <p:cNvPicPr preferRelativeResize="0"/>
          <p:nvPr/>
        </p:nvPicPr>
        <p:blipFill rotWithShape="1">
          <a:blip r:embed="rId7">
            <a:alphaModFix/>
          </a:blip>
          <a:srcRect b="10147" l="0" r="0" t="10147"/>
          <a:stretch/>
        </p:blipFill>
        <p:spPr>
          <a:xfrm>
            <a:off x="4442612" y="397764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/>
          <p:nvPr/>
        </p:nvSpPr>
        <p:spPr>
          <a:xfrm>
            <a:off x="4442612" y="608076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Cola de reservas (operario)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7977683" y="393192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14" title="detalle-reserva3.png"/>
          <p:cNvPicPr preferRelativeResize="0"/>
          <p:nvPr/>
        </p:nvPicPr>
        <p:blipFill rotWithShape="1">
          <a:blip r:embed="rId8">
            <a:alphaModFix/>
          </a:blip>
          <a:srcRect b="10166" l="0" r="0" t="10166"/>
          <a:stretch/>
        </p:blipFill>
        <p:spPr>
          <a:xfrm>
            <a:off x="8023403" y="397764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4"/>
          <p:cNvSpPr/>
          <p:nvPr/>
        </p:nvSpPr>
        <p:spPr>
          <a:xfrm>
            <a:off x="8023403" y="608076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Dashboard de KPIs (admin)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CAPTURAS · APLICACIÓN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Administración, modo oscuro e instalación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2606497" y="128016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15" title="stock-bajo.png"/>
          <p:cNvPicPr preferRelativeResize="0"/>
          <p:nvPr/>
        </p:nvPicPr>
        <p:blipFill rotWithShape="1">
          <a:blip r:embed="rId3">
            <a:alphaModFix/>
          </a:blip>
          <a:srcRect b="18976" l="0" r="0" t="18970"/>
          <a:stretch/>
        </p:blipFill>
        <p:spPr>
          <a:xfrm>
            <a:off x="2652217" y="132588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5"/>
          <p:cNvSpPr/>
          <p:nvPr/>
        </p:nvSpPr>
        <p:spPr>
          <a:xfrm>
            <a:off x="2652217" y="342900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Inventario · alerta de stock bajo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6187288" y="128016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15" title="admin-usuario.png"/>
          <p:cNvPicPr preferRelativeResize="0"/>
          <p:nvPr/>
        </p:nvPicPr>
        <p:blipFill rotWithShape="1">
          <a:blip r:embed="rId4">
            <a:alphaModFix/>
          </a:blip>
          <a:srcRect b="17883" l="0" r="0" t="17883"/>
          <a:stretch/>
        </p:blipFill>
        <p:spPr>
          <a:xfrm>
            <a:off x="6233008" y="1325880"/>
            <a:ext cx="3306471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5"/>
          <p:cNvSpPr/>
          <p:nvPr/>
        </p:nvSpPr>
        <p:spPr>
          <a:xfrm>
            <a:off x="6233008" y="342900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Gestión de usuarios (admin)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606497" y="393192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15" title="modo-oscuro.png"/>
          <p:cNvPicPr preferRelativeResize="0"/>
          <p:nvPr/>
        </p:nvPicPr>
        <p:blipFill rotWithShape="1">
          <a:blip r:embed="rId5">
            <a:alphaModFix/>
          </a:blip>
          <a:srcRect b="18648" l="0" r="0" t="18648"/>
          <a:stretch/>
        </p:blipFill>
        <p:spPr>
          <a:xfrm>
            <a:off x="2652217" y="3977640"/>
            <a:ext cx="330647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5"/>
          <p:cNvSpPr/>
          <p:nvPr/>
        </p:nvSpPr>
        <p:spPr>
          <a:xfrm>
            <a:off x="2652217" y="608076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Modo oscuro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187288" y="3931920"/>
            <a:ext cx="3397910" cy="21579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15" title="boton-apk.png"/>
          <p:cNvPicPr preferRelativeResize="0"/>
          <p:nvPr/>
        </p:nvPicPr>
        <p:blipFill rotWithShape="1">
          <a:blip r:embed="rId6">
            <a:alphaModFix/>
          </a:blip>
          <a:srcRect b="0" l="24235" r="24235" t="0"/>
          <a:stretch/>
        </p:blipFill>
        <p:spPr>
          <a:xfrm>
            <a:off x="6233008" y="3977640"/>
            <a:ext cx="3306471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/>
          <p:nvPr/>
        </p:nvSpPr>
        <p:spPr>
          <a:xfrm>
            <a:off x="6233008" y="6080760"/>
            <a:ext cx="330647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Descarga del APK Android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APLICACIÓN MÓVIL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 Android nativa para el operario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357988" y="1463040"/>
            <a:ext cx="2697480" cy="2011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540868" y="1600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540868" y="21031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540868" y="25146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Email + contraseña → JWT. Sesión persistente.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3284068" y="1463040"/>
            <a:ext cx="2697480" cy="2011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3466948" y="1600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3466948" y="21031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Lista reservas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3466948" y="25146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Activas por defecto. Cliente, producto, fecha, estado.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6210148" y="1463040"/>
            <a:ext cx="2697480" cy="2011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6393028" y="1600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6393028" y="21031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Detalle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6393028" y="25146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Historial · botones Confirmar / Entregar contextuales.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9136228" y="1463040"/>
            <a:ext cx="2697480" cy="2011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9319108" y="1600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9319108" y="210312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Incidencia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9319108" y="25146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(rotura / faltante / mal estado / otro) + texto.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48640" y="3840480"/>
            <a:ext cx="11094415" cy="2194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548640" y="3840480"/>
            <a:ext cx="11094415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731520" y="3886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Detalles técnicos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731520" y="4389120"/>
            <a:ext cx="10728655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Kotlin + Jetpack Compose · Navigation Compose · single-activity.</a:t>
            </a:r>
            <a:b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Retrofit + OkHttp + AuthInterceptor (inyecta JWT en cada petición).</a:t>
            </a:r>
            <a:b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JWT cifrado con EncryptedSharedPreferences + Android Keystore.</a:t>
            </a:r>
            <a:b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BASE_URL por build variant: 10.0.2.2 (debug) / Railway (release).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Despliegue en Railway · deploy continuo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609448" y="1645920"/>
            <a:ext cx="20116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609448" y="1737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 push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09448" y="2148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621128" y="18745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2849728" y="1645920"/>
            <a:ext cx="20116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2849728" y="1737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Webhook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2849728" y="2148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GitHub → Railway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4861408" y="18745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090008" y="1645920"/>
            <a:ext cx="20116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5090008" y="1737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Nixpacks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5090008" y="2148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npm ci --omit=dev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7101688" y="18745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7330288" y="1645920"/>
            <a:ext cx="20116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7330288" y="1737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7330288" y="2148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node server.js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9341968" y="18745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9570568" y="1645920"/>
            <a:ext cx="20116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9570568" y="1737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9570568" y="21488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subdominio público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48640" y="3108960"/>
            <a:ext cx="5486400" cy="30175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548640" y="3108960"/>
            <a:ext cx="548640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731520" y="3154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de entorno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731520" y="3657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MYSQL_URL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834640" y="3657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plugin MySQL de Railway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731520" y="41148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JWT_SECRET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2834640" y="4114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≥ 256 bits (crypto.randomBytes)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731520" y="45720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JWT_EXPIRES_IN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2834640" y="4572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8h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731520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CORS_ORIGIN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2834640" y="5029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mismo origen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731520" y="5486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NODE_ENV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2834640" y="5486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6309360" y="3108960"/>
            <a:ext cx="5333695" cy="30175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6309360" y="3108960"/>
            <a:ext cx="5333695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público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6492240" y="36576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Web (PWA)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6492240" y="3950208"/>
            <a:ext cx="51508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tfgdam-production.up.railway.app/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492240" y="44348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6492240" y="4727448"/>
            <a:ext cx="51508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tfgdam-production.up.railway.app/api/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6492240" y="52120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492240" y="5504688"/>
            <a:ext cx="51508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68A2E"/>
                </a:solidFill>
                <a:latin typeface="Consolas"/>
                <a:ea typeface="Consolas"/>
                <a:cs typeface="Consolas"/>
                <a:sym typeface="Consolas"/>
              </a:rPr>
              <a:t>tfgdam-production.up.railway.app/api/health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CALIDAD &amp; RESULTADOS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Pruebas, métricas y entregables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357988" y="1463040"/>
            <a:ext cx="2697480" cy="1554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357988" y="2944368"/>
            <a:ext cx="2697480" cy="73152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357988" y="160020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95148" y="2468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productos · catálogo seed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3284068" y="1463040"/>
            <a:ext cx="2697480" cy="1554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3284068" y="2944368"/>
            <a:ext cx="2697480" cy="73152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3284068" y="160020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&lt; 200 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3421228" y="2468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listado catálogo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210148" y="1463040"/>
            <a:ext cx="2697480" cy="1554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6210148" y="2944368"/>
            <a:ext cx="2697480" cy="73152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6210148" y="160020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6347308" y="2468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roles · auth por capas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9136228" y="1463040"/>
            <a:ext cx="2697480" cy="1554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9136228" y="2944368"/>
            <a:ext cx="2697480" cy="73152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9136228" y="160020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9273388" y="2468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suites Vitest sobre flujos críticos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48640" y="3291840"/>
            <a:ext cx="5577840" cy="28346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548640" y="3291840"/>
            <a:ext cx="557784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automatizados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731520" y="379476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auth.test.js — registro, login, JWT, rate limit.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productos.test.js — CRUD, filtros, paginación, roles.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reservas.test.js — stock + CONCURRENCIA SIMULADA.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Stack: Vitest + Supertest contra BD real.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6263640" y="3291840"/>
            <a:ext cx="5379415" cy="28346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6263640" y="3291840"/>
            <a:ext cx="5379415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6446520" y="3337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entregadas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6446520" y="3794760"/>
            <a:ext cx="501365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Dashboard de KPIs agregados.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Importación y exportación CSV.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Albarán A4 imprimible al entregar.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Modo oscuro · instalador Windows · APK Android.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47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— 3 minutos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1097280" y="3931920"/>
            <a:ext cx="999713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①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 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login, catálogo, reservar.                </a:t>
            </a:r>
            <a:r>
              <a:rPr b="1" i="0" lang="en-US" sz="1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②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Operario  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cola, confirmar, entregar.</a:t>
            </a:r>
            <a:b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③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 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dashboard KPIs.                </a:t>
            </a:r>
            <a:r>
              <a:rPr b="1" i="0" lang="en-US" sz="16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④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  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lista, detalle, incidencia.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Plan B: capturas en las slides anteriores.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/>
          <p:nvPr/>
        </p:nvSpPr>
        <p:spPr>
          <a:xfrm>
            <a:off x="457200" y="164592"/>
            <a:ext cx="11277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8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68A2E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Conclusiones y mejoras futuras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457200" y="1024128"/>
            <a:ext cx="411480" cy="64008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548640" y="1417320"/>
            <a:ext cx="5577840" cy="47091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548640" y="1417320"/>
            <a:ext cx="557784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cumplidos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777240" y="1965960"/>
            <a:ext cx="5166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API REST con JWT y control por roles.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Reservas concurrentes consistentes (FOR UPDATE).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Frontend SPA instalable como PWA, modo oscuro.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 Android nativa funcional para el operario.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Despliegue cloud público con HTTPS.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Tests automatizados sobre flujos críticos.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6263640" y="1417320"/>
            <a:ext cx="5379415" cy="47091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6263640" y="1417320"/>
            <a:ext cx="5379415" cy="41148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644652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Mejoras futuras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6492240" y="1965960"/>
            <a:ext cx="515081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Documentación OpenAPI / Swagger.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Validación centralizada con Zod.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Workflow formal en GitHub Actions.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Escáner de código de barras (CameraX + ML Kit).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Cola offline con Room en la app Android.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BiometricPrompt antes de exponer la sesión.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▸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Accesibilidad WCAG AA completa.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47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Calibri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868680" y="4343400"/>
            <a:ext cx="1097280" cy="36576"/>
          </a:xfrm>
          <a:prstGeom prst="rect">
            <a:avLst/>
          </a:prstGeom>
          <a:solidFill>
            <a:srgbClr val="C68A2E"/>
          </a:solidFill>
          <a:ln cap="flat" cmpd="sng" w="12700">
            <a:solidFill>
              <a:srgbClr val="C6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868680" y="4480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Web ·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https://tfgdam-production.up.railway.app/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Adrián Bravo Santos  ·  Miguel Ángel Florido  ·  Tutor: Damián Sualdea Soy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